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71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Solution for Academic Administration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401568"/>
            <a:ext cx="5029200" cy="3657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[Krish Mandaliya]  |  [BCA]  |   23041437053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350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441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3350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5740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2037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05740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05740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22037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2608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815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0723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92608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815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30723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9476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502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39410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79476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794760"/>
            <a:ext cx="411480" cy="65836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502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39410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student management in schools and colleges relies heavily on manual, paper-based processes — leading to errors, inefficiency, and data loss. A centralized digital system is the need of the hour.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73152" cy="10972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Manual Record Keeping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 prone to errors and difficult to retrieve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02336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920240"/>
            <a:ext cx="73152" cy="10972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Time-Consuming Processes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collection, attendance tracking done manually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02336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73152" cy="10972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No Real-Time Reporting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instant access to student performance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02336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00400"/>
            <a:ext cx="73152" cy="10972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Data Security Issues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or backup for sensitive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530352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972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Digitize student enrollment, records and data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530352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73152" cy="530352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556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Automate attendance tracking and report generation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8229600" cy="530352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22576"/>
            <a:ext cx="73152" cy="530352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41401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Simplify fee management and payment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8229600" cy="530352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80944"/>
            <a:ext cx="73152" cy="530352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723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Provide real-time academic performance analysis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8229600" cy="530352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39312"/>
            <a:ext cx="73152" cy="530352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30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Ensure secure, role-based access for Admin,  &amp; Students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530352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97680"/>
            <a:ext cx="73152" cy="530352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3891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Offer an easy-to-use interface accessible on all devices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System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Student Registration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student profiles with photo upload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07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Attendance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marking, reports &amp; alerts for parents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6217920" y="1207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Any Material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show Assignment and Submit Assignment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Fee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payments, dues, and generate receipts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Notice 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announcements for students and New Upcoming Event Updated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71800"/>
            <a:ext cx="274320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 &amp; Analytics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summaries for admin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0" y="1188720"/>
            <a:ext cx="5852160" cy="10058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37360" y="1280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/ Mobile App (HTML, Tailwind CSS , JS, React.js)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2468880"/>
            <a:ext cx="585216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2560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971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( Node.js / MongoDB / </a:t>
            </a:r>
            <a:r>
              <a:rPr lang="en-IN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749040"/>
            <a:ext cx="585216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3840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42519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Server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194560"/>
            <a:ext cx="182880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474720"/>
            <a:ext cx="182880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HTTP/HTTPS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SQL Queries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36">
            <a:extLst>
              <a:ext uri="{FF2B5EF4-FFF2-40B4-BE49-F238E27FC236}">
                <a16:creationId xmlns:a16="http://schemas.microsoft.com/office/drawing/2014/main" id="{03C64FC3-6412-42E8-B0AB-146ACBCB2536}"/>
              </a:ext>
            </a:extLst>
          </p:cNvPr>
          <p:cNvSpPr/>
          <p:nvPr/>
        </p:nvSpPr>
        <p:spPr>
          <a:xfrm>
            <a:off x="1069956" y="3212709"/>
            <a:ext cx="2743200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78181" y="110511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1078181" y="1097280"/>
            <a:ext cx="2743200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1333" y="11338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students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15341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(PK)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15341" y="17007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15341" y="1899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Enrollment 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15341" y="230835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22621" y="1115568"/>
            <a:ext cx="27396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5326123" y="1097280"/>
            <a:ext cx="2743200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275" y="11338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attendance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63283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Enrollment 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63283" y="17007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(FK)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63283" y="191054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32359" y="198844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15341" y="208890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email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26120" y="3291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26119" y="3291840"/>
            <a:ext cx="2743200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9272" y="3328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</a:t>
            </a:r>
            <a:r>
              <a:rPr lang="en-IN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Announcement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63280" y="3675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title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63280" y="3895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message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6328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date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63280" y="4334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created by (admin)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83280" y="4553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4" name="Shape 35">
            <a:extLst>
              <a:ext uri="{FF2B5EF4-FFF2-40B4-BE49-F238E27FC236}">
                <a16:creationId xmlns:a16="http://schemas.microsoft.com/office/drawing/2014/main" id="{81DFCE11-CC74-4B06-9E66-79883BD9EBFD}"/>
              </a:ext>
            </a:extLst>
          </p:cNvPr>
          <p:cNvSpPr/>
          <p:nvPr/>
        </p:nvSpPr>
        <p:spPr>
          <a:xfrm>
            <a:off x="1057705" y="3548072"/>
            <a:ext cx="2755451" cy="1418727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5" name="Text 37">
            <a:extLst>
              <a:ext uri="{FF2B5EF4-FFF2-40B4-BE49-F238E27FC236}">
                <a16:creationId xmlns:a16="http://schemas.microsoft.com/office/drawing/2014/main" id="{CAFBCCE7-FC90-4011-972D-F4173D56AD06}"/>
              </a:ext>
            </a:extLst>
          </p:cNvPr>
          <p:cNvSpPr/>
          <p:nvPr/>
        </p:nvSpPr>
        <p:spPr>
          <a:xfrm>
            <a:off x="1230930" y="3254347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admin</a:t>
            </a:r>
            <a:endParaRPr lang="en-US" sz="1100" dirty="0"/>
          </a:p>
        </p:txBody>
      </p:sp>
      <p:sp>
        <p:nvSpPr>
          <p:cNvPr id="56" name="Text 38">
            <a:extLst>
              <a:ext uri="{FF2B5EF4-FFF2-40B4-BE49-F238E27FC236}">
                <a16:creationId xmlns:a16="http://schemas.microsoft.com/office/drawing/2014/main" id="{2E619DDA-11DE-4CF0-AB22-589ACB8C1538}"/>
              </a:ext>
            </a:extLst>
          </p:cNvPr>
          <p:cNvSpPr/>
          <p:nvPr/>
        </p:nvSpPr>
        <p:spPr>
          <a:xfrm>
            <a:off x="1265596" y="36173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55A64"/>
                </a:solidFill>
                <a:latin typeface="Consolas" pitchFamily="34" charset="0"/>
              </a:rPr>
              <a:t>admin_id</a:t>
            </a:r>
            <a:endParaRPr lang="en-US" sz="950" dirty="0"/>
          </a:p>
        </p:txBody>
      </p:sp>
      <p:sp>
        <p:nvSpPr>
          <p:cNvPr id="57" name="Text 39">
            <a:extLst>
              <a:ext uri="{FF2B5EF4-FFF2-40B4-BE49-F238E27FC236}">
                <a16:creationId xmlns:a16="http://schemas.microsoft.com/office/drawing/2014/main" id="{765BF67F-1073-46ED-BAA5-8639AD4D7106}"/>
              </a:ext>
            </a:extLst>
          </p:cNvPr>
          <p:cNvSpPr/>
          <p:nvPr/>
        </p:nvSpPr>
        <p:spPr>
          <a:xfrm>
            <a:off x="1265596" y="38368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name</a:t>
            </a:r>
            <a:endParaRPr lang="en-US" sz="950" dirty="0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73DDD3EC-3142-47BD-A360-AED86869E742}"/>
              </a:ext>
            </a:extLst>
          </p:cNvPr>
          <p:cNvSpPr/>
          <p:nvPr/>
        </p:nvSpPr>
        <p:spPr>
          <a:xfrm>
            <a:off x="1265596" y="40562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email</a:t>
            </a:r>
            <a:endParaRPr lang="en-US" sz="950" dirty="0"/>
          </a:p>
        </p:txBody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00DF86F5-2B92-4E73-A1B4-78F6A47231E6}"/>
              </a:ext>
            </a:extLst>
          </p:cNvPr>
          <p:cNvSpPr/>
          <p:nvPr/>
        </p:nvSpPr>
        <p:spPr>
          <a:xfrm>
            <a:off x="1265596" y="42757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onsolas" pitchFamily="34" charset="0"/>
              </a:rPr>
              <a:t>password</a:t>
            </a:r>
            <a:endParaRPr lang="en-US" sz="95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33C98F-5385-4540-8900-9F255DDC55CC}"/>
              </a:ext>
            </a:extLst>
          </p:cNvPr>
          <p:cNvSpPr txBox="1"/>
          <p:nvPr/>
        </p:nvSpPr>
        <p:spPr>
          <a:xfrm>
            <a:off x="1151333" y="2276140"/>
            <a:ext cx="158836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50" dirty="0">
                <a:solidFill>
                  <a:srgbClr val="455A64"/>
                </a:solidFill>
                <a:latin typeface="Consolas" pitchFamily="34" charset="0"/>
              </a:rPr>
              <a:t>Password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A8A38D-58D2-48A1-88D2-F2F0F9B493A6}"/>
              </a:ext>
            </a:extLst>
          </p:cNvPr>
          <p:cNvSpPr txBox="1"/>
          <p:nvPr/>
        </p:nvSpPr>
        <p:spPr>
          <a:xfrm>
            <a:off x="5365363" y="2072689"/>
            <a:ext cx="4577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455A64"/>
                </a:solidFill>
                <a:latin typeface="Consolas" pitchFamily="34" charset="0"/>
              </a:rPr>
              <a:t>status</a:t>
            </a:r>
            <a:endParaRPr lang="en-IN" sz="900" dirty="0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535A0932-F477-406C-9FBB-698246D936FC}"/>
              </a:ext>
            </a:extLst>
          </p:cNvPr>
          <p:cNvSpPr/>
          <p:nvPr/>
        </p:nvSpPr>
        <p:spPr>
          <a:xfrm>
            <a:off x="1257560" y="448765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950" dirty="0">
                <a:solidFill>
                  <a:srgbClr val="455A64"/>
                </a:solidFill>
                <a:latin typeface="Consolas" pitchFamily="34" charset="0"/>
              </a:rPr>
              <a:t>Secret key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19" y="1097280"/>
            <a:ext cx="3918657" cy="37490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684731" cy="50292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887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3575003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37360"/>
            <a:ext cx="64008" cy="62179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05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students, Add Student ,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487168"/>
            <a:ext cx="3575003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487168"/>
            <a:ext cx="64008" cy="62179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modules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236976"/>
            <a:ext cx="3575003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236976"/>
            <a:ext cx="64008" cy="62179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101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system-wide 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986784"/>
            <a:ext cx="3575003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986784"/>
            <a:ext cx="64008" cy="62179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599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database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21275" y="1097280"/>
            <a:ext cx="4551906" cy="374904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1138378"/>
            <a:ext cx="41148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6009" y="1188720"/>
            <a:ext cx="2461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0" y="1695659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82953" y="1695659"/>
            <a:ext cx="64008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0920" y="1778458"/>
            <a:ext cx="23317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attendance record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82953" y="2404872"/>
            <a:ext cx="411299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82953" y="2404872"/>
            <a:ext cx="64008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1825" y="247802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marks &amp; report card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3191256"/>
            <a:ext cx="411299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3191256"/>
            <a:ext cx="64008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90872" y="32644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fee payment status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82952" y="3986784"/>
            <a:ext cx="4102037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82953" y="3986784"/>
            <a:ext cx="64008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1825" y="40599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notices &amp; announcements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051560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JavaScript, </a:t>
            </a:r>
            <a:r>
              <a:rPr lang="en-US" sz="11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</a:t>
            </a:r>
            <a:r>
              <a:rPr lang="en-US" sz="110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Css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React.js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051560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" cy="10515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258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097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463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MongoDB / Express.js (Framework)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23360" cy="1051560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86000"/>
            <a:ext cx="411480" cy="10515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060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743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100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NoSQL 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86000"/>
            <a:ext cx="411480" cy="10515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060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743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login, JWT Tokens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4023360" cy="1051560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66160"/>
            <a:ext cx="411480" cy="10515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862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657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023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TCPDF / Jasper Reports / jsPDF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023360" cy="1051560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411480" cy="10515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862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3657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4023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VS Code  / Git 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Management System helps in managing student data efficiently using MongoDB . It allows admin to send announcements, assignment, and timetable, while students can easily view them, the </a:t>
            </a:r>
            <a:r>
              <a:rPr lang="en-IN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also shows  online/offline status and improves communication.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Scope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E2A6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980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Add Attendance </a:t>
            </a:r>
            <a:r>
              <a:rPr lang="en-IN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36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8229600" cy="384048"/>
          </a:xfrm>
          <a:prstGeom prst="rect">
            <a:avLst/>
          </a:prstGeom>
          <a:solidFill>
            <a:srgbClr val="1E2A6E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685800" y="3675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Add Noticeboard for Student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8229600" cy="384048"/>
          </a:xfrm>
          <a:prstGeom prst="rect">
            <a:avLst/>
          </a:prstGeom>
          <a:solidFill>
            <a:srgbClr val="283593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Student Can View And Read Assignment </a:t>
            </a:r>
            <a:r>
              <a:rPr lang="en-IN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64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Real-time User status (Online/Offline)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0040" cy="50337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2926080"/>
            <a:ext cx="4572000" cy="3657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108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[Krish Mandaliya]  |  [mandaliyakrish18@gmail.com]  |  [GICSA]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552</Words>
  <Application>Microsoft Office PowerPoint</Application>
  <PresentationFormat>On-screen Show (16:9)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>PptxGenJS Presentation</dc:subject>
  <dc:creator>PptxGenJS</dc:creator>
  <cp:lastModifiedBy>krish mandaliya</cp:lastModifiedBy>
  <cp:revision>14</cp:revision>
  <dcterms:created xsi:type="dcterms:W3CDTF">2026-03-19T01:31:12Z</dcterms:created>
  <dcterms:modified xsi:type="dcterms:W3CDTF">2026-03-19T04:54:02Z</dcterms:modified>
</cp:coreProperties>
</file>